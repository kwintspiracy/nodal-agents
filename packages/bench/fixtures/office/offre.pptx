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Offre Nodal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Présentation commerciale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Fonctionnalités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Agents sur mesure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Tableau de bord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Connecteurs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Tarifs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Formule Essentielle : 19 € par mois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Formule Pro : 49 € par mois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Contact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contact@example.org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2026-10-15T15:45:50Z</dcterms:created>
  <dcterms:modified xsi:type="dcterms:W3CDTF">2026-10-15T15:45:50Z</dcterms:modified>
</cp:coreProperties>
</file>