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Projet Atlas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Point d’avancement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Objectifs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Réduire les délais de livraison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Simplifier la facturation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Ouvrir deux nouvelles régions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Calendrier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Octobre : cadrage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Novembre : développement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Décembre : mise en service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2026-10-15T15:45:50Z</dcterms:created>
  <dcterms:modified xsi:type="dcterms:W3CDTF">2026-10-15T15:45:50Z</dcterms:modified>
</cp:coreProperties>
</file>