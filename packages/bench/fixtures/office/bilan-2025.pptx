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Bilan 2025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Une année de croissance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Chiffres clés 2025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Chiffre d’affaires 2025 : 1,2 M€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Clients actifs fin 2025 : 340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Perspectives après 2025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Consolider les acquis de 2025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Préparer la suite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2026-10-15T15:45:50Z</dcterms:created>
  <dcterms:modified xsi:type="dcterms:W3CDTF">2026-10-15T15:45:50Z</dcterms:modified>
</cp:coreProperties>
</file>